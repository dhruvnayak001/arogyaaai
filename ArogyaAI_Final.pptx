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74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name clearly. Pause. Deliver the subtitle. 10 seconds — set the tone that this is a serious healthcare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Ramesh's story. Don't read bullets — narrate. Pause. Let it land. Then move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'What if Ramesh could describe his symptoms in Hindi? What if the AI could read his lab report AND tell the doctor what's wrong — before Ramesh walks in?'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step. Emphasize that every stage feeds the next. Key line: 'The doctor never starts a consultation cold.'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STAR SLIDE. Spend 60+ seconds here. Point to the JSON. Read key fields aloud. Pause. Then: 'No consumer health app does this today.'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pipeline. Say 'AI self-assessment indicators' NOT 'confidence scores.' Green = confident, Amber = double-check, Red = verify manually. Do NOT say RLHF.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moment. Speak in Hindi live if mic works. If not, point to the card. The Hindi → urgency detection → clinical English normalization is visceral.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doctor's side. 'This closes the loop — patient speaks, AI analyzes, doctor sees everything BEFORE the patient walks in.'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seconds max. Quick trust-building slide. Don't linger on npm packages. Say 'deployment-ready architecture' not 'production-grade.'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Practo's advantages. This honesty INCREASES your score with judges who know the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sections: Patients, Doctors, Responsible AI. Then the 5 reasons. Deliver with conviction.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5 phases quickly. Then point to validation: 'We know the path from prototype to product.' Every item is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with conviction. Pause. 'We can't add more minutes. But we can make every minute count. That is ArogyaAI.' Smile.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146304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ArogyaAI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32918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patient symptoms to doctor-ready clinical briefs —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language, before the consultation begins.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75810" y="4403557"/>
            <a:ext cx="6039853" cy="89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Nova •  AI Nexus 2026</a:t>
            </a:r>
          </a:p>
          <a:p>
            <a:pPr marL="0" indent="0" algn="ctr">
              <a:buNone/>
            </a:pPr>
            <a:endParaRPr lang="en-US" sz="16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By- 1) Dhruv Nayak</a:t>
            </a:r>
            <a:b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2) Ankita </a:t>
            </a: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Sangwikar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Ramesh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858000" cy="1463040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1F5F9"/>
                </a:solidFill>
              </a:rPr>
              <a:t>"Ramesh is 58. He carried a folder of lab reports to a government hospital.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1F5F9"/>
                </a:solidFill>
              </a:rPr>
              <a:t>He waited 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i="1" dirty="0">
                <a:solidFill>
                  <a:srgbClr val="EF4444"/>
                </a:solidFill>
              </a:rPr>
              <a:t>3 hours</a:t>
            </a:r>
            <a:r>
              <a:rPr lang="en-US" sz="1300" i="1" dirty="0">
                <a:solidFill>
                  <a:srgbClr val="F1F5F9"/>
                </a:solidFill>
              </a:rPr>
              <a:t>. His consultation lasted </a:t>
            </a:r>
            <a:r>
              <a:rPr lang="en-US" sz="1300" b="1" i="1" dirty="0">
                <a:solidFill>
                  <a:srgbClr val="EF4444"/>
                </a:solidFill>
              </a:rPr>
              <a:t>90 seconds</a:t>
            </a:r>
            <a:r>
              <a:rPr lang="en-US" sz="1300" i="1" dirty="0">
                <a:solidFill>
                  <a:srgbClr val="F1F5F9"/>
                </a:solidFill>
              </a:rPr>
              <a:t>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1F5F9"/>
                </a:solidFill>
              </a:rPr>
              <a:t>The doctor never opened his folder. Ramesh has undiagnosed diabetes."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This isn't rare. This is the norm.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minutes — average consultation time in India [Irving et al., BMJ Open 2017]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reports ignored — doctors have no time to read unstructured documents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🗣️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 — most Indians don't speak English, yet health AI is English-only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155448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1:1,457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72400" y="2286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Doctor-patient ratio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recommends 1:1,000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320040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0" y="3337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772400" y="3931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Out-of-pocket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spending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0" y="484632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0" y="4983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772400" y="5577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languages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AI speaks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ArogyaAI — Making Every 2 Minutes Count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platform that speaks the patient's language, understands their documents, and prepares the doctor — before the consultation begins.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🗣️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Language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in Hindi, Marathi, English — even mixed Hinglish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97680" y="2377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Reports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 extracted with AI reliability indicators you can verify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19456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38160" y="2377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👨‍⚕️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248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Gets a Brief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clinical copilot with urgency, conditions, and focus areas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Key: These aren't separate apps. It's one integrated pipeline — symptoms → documents → booking → AI copilot brief → doctor.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Journey —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/ Marathi / 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317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94A2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3108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image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177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94A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0" y="173736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663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3108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Gemini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indicators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037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94A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0" y="173736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523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52360" y="3108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correct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897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94A2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1200" y="173736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01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👨‍⚕️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7383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Gets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38360" y="3108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output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+ conditions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2960" y="4754879"/>
            <a:ext cx="4411579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5029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Screenshot: Patient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from /dashboard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4750065"/>
            <a:ext cx="3811604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17920" y="5029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Screenshot: Doctor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from /doctor/dashboard</a:t>
            </a:r>
            <a:endParaRPr lang="en-US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EF15AF8-1AAD-AECB-5B6D-B20F067AB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28422"/>
            <a:ext cx="5029200" cy="22892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2F82147-94C0-D566-8179-41EABE339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2" y="4428422"/>
            <a:ext cx="5029200" cy="22892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INNOVATION #1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Pre-Consultation Copilot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appointment, AI synthesizes symptoms + reports into a structured clinical brief the doctor reviews before the patient walks 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Accepts symptoms in Hindi, Marathi, English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Correlates with uploaded report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Assigns urgency: LOW → CRITICAL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Suggests focus areas + recommended specialty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Flags abnormal lab values with normal ranges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Analysis reliability indicator (HIGH / MEDIUM / LOW)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Advisory output only — not a clinical diagnosis. Always reviewed by the consulting physician.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0D111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"summaryText": "Patient reports fever and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headache for 3 days. Lab reports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indicate low hemoglobin.",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"symptoms": ["fever", "headache", "fatigue"],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"symptomTimeline": "3 days",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"urgencyLevel": "MEDIUM",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"conditions": ["Anemia", "Viral fever"],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"suggestedFocusAreas": [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"Complete blood count",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"Iron studies"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"abnormalValues": [{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"parameter": "Hemoglobin",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"value": "8.2 g/dL",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"normalRange": "12.0–17.5 g/dL"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"analysisReliability": "HIGH",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"recommendedSpecialty": "General Physician"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INNOVATION #2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Document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Image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8887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94A2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1484697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34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 →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1772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94A2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06340" y="1506354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+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indicators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0372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94A2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03770" y="1513573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06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🟢🟡🔴 cues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correct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8972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94A2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0" y="1548865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01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👨‍⚕️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692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Summary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summary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7680" y="338328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0080" y="3498783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HIGH — AI Self-Assessment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85932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0.8 — AI reports high extraction certainty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97680" y="338328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495800" y="349076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— Verify Recommended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95800" y="3864543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0.5–0.8 — patient should double-check this value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04472" y="3386488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321040" y="349076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LOW — Manual Check Needed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51520" y="3819625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0.5 — patient should enter correct value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47B752D-6C21-DF94-C781-0E85DDEF4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981" y="4677075"/>
            <a:ext cx="3985661" cy="2180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INNOVATION #3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Voice-First Input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describe symptoms by speaking naturally — in their own language.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English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03120" y="192024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हिंदी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0" y="192024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मराठी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Real-time live transcription (browser-native speech recognition)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AI mirrors input language in responses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3697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Urgency keywords (chest pain, breathlessness) trigger instant alerts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210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Quick-pick symptom tags for common conditions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Hinglish (mixed Hindi-English) handled naturally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645920"/>
            <a:ext cx="4846320" cy="45720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12700">
            <a:solidFill>
              <a:srgbClr val="0694A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0" y="1828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🎤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7132320" y="2651760"/>
            <a:ext cx="4297680" cy="1005840"/>
          </a:xfrm>
          <a:prstGeom prst="roundRect">
            <a:avLst>
              <a:gd name="adj" fmla="val 9091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69480" y="26974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(Hindi):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69480" y="29260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"मुझे 3 दिन से बुखार और सिरदर्द है,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और सीने में दर्द हो रहा है"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3840480"/>
            <a:ext cx="4297680" cy="457200"/>
          </a:xfrm>
          <a:prstGeom prst="roundRect">
            <a:avLst>
              <a:gd name="adj" fmla="val 16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69480" y="3886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Urgent symptom detected: chest pain — call 112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4480560"/>
            <a:ext cx="4297680" cy="640080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269480" y="45262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normalizes for doctor's brief: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69480" y="4754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fever, headache, chest pain (3-day duration)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DOCTOR'S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Patient 360°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doctor opens a patient profile, they see an AI Command Center — not a blank chart.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Patient Snapshot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badge (LOW→CRITICAL), current symptoms, conditions, allergies — one hero view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Prep Panel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focus areas, new symptoms since last visit, recent abnormal findings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Trends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trend charts (hemoglobin, glucose, cholesterol) with SVG line charts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324612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4944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Timeline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patient history — appointments, reports, risk levels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Viewer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937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PDFs and images inline. See AI analysis severity and extraction data.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448056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4652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4944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Triage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4937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AI severity classification (CRITICAL/HIGH/MODERATE/LOW) and 112 quick-dial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219D2-3731-CA15-6334-AE811B19A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" y="71190"/>
            <a:ext cx="5885861" cy="3224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C631D3-CBB7-2D57-C7A3-73CDBEE4D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1190"/>
            <a:ext cx="5975684" cy="3224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75721D-ADD0-064D-0528-723EDBD53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8" y="3429001"/>
            <a:ext cx="5885861" cy="33578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07E35F-E2B8-1CDF-F444-D9CB7C3CD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3429000"/>
            <a:ext cx="6039852" cy="335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55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566160" cy="45720"/>
          </a:xfrm>
          <a:prstGeom prst="rect">
            <a:avLst/>
          </a:prstGeom>
          <a:solidFill>
            <a:srgbClr val="61D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Framer Motion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management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voice API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routes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2628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service layer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OTP authentication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Cron-based reminders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6616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6676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194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4-model fallback chain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CDN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AI Resilience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model fallback: gemini-flash-latest → 2.0-flash-lite → 2.0-flash → 2.5-flash. Daily quota exhaustion cached. Safety blocks throw immediately.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484632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0" y="4937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Security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52578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 headers, MongoDB injection sanitization, CORS whitelist, role-based rate limiting (auth: 20/15min, AI: 20/15min, uploads: 10/15min), medical disclaimers.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20040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1645920"/>
            <a:ext cx="164592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0" y="1645920"/>
            <a:ext cx="164592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Health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49440" y="1645920"/>
            <a:ext cx="164592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DAX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0" y="1645920"/>
            <a:ext cx="164592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20040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2029968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2029968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0" y="2029968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2029968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14016"/>
            <a:ext cx="320040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414016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2414016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2414016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0" y="2414016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798064"/>
            <a:ext cx="320040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Document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2798064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2798064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2798064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0" y="2798064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82112"/>
            <a:ext cx="320040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Indicators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3182112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182112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3182112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95360" y="3182112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566160"/>
            <a:ext cx="320040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3566160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3566160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3566160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0" y="3566160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950208"/>
            <a:ext cx="320040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Pre-Consultation Copilot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0" y="3950208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3950208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3950208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Post-visit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95360" y="3950208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334256"/>
            <a:ext cx="320040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0" y="4334256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4334256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4334256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only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595360" y="4334256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718304"/>
            <a:ext cx="320040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Emergency Triage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0" y="4718304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03520" y="4718304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4718304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95360" y="4718304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5102352"/>
            <a:ext cx="3200400" cy="347472"/>
          </a:xfrm>
          <a:prstGeom prst="rect">
            <a:avLst/>
          </a:prstGeom>
          <a:solidFill>
            <a:srgbClr val="0694A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AI Features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0" y="5102352"/>
            <a:ext cx="1645920" cy="347472"/>
          </a:xfrm>
          <a:prstGeom prst="rect">
            <a:avLst/>
          </a:prstGeom>
          <a:solidFill>
            <a:srgbClr val="0694A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03520" y="5102352"/>
            <a:ext cx="1645920" cy="347472"/>
          </a:xfrm>
          <a:prstGeom prst="rect">
            <a:avLst/>
          </a:prstGeom>
          <a:solidFill>
            <a:srgbClr val="0694A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0" y="5102352"/>
            <a:ext cx="1645920" cy="347472"/>
          </a:xfrm>
          <a:prstGeom prst="rect">
            <a:avLst/>
          </a:prstGeom>
          <a:solidFill>
            <a:srgbClr val="0694A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595360" y="5102352"/>
            <a:ext cx="1645920" cy="347472"/>
          </a:xfrm>
          <a:prstGeom prst="rect">
            <a:avLst/>
          </a:prstGeom>
          <a:solidFill>
            <a:srgbClr val="0694A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566928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Honest note: This comparison focuses on AI capabilities. </a:t>
            </a:r>
            <a:r>
              <a:rPr lang="en-US" sz="90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</a:t>
            </a: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millions of users, real payments, and verified doctors — operational capabilities we haven't built yet. Our advantage is in AI intelligence, not operational scale.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POSITIONING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— And Why We Can Win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566160" cy="36576"/>
          </a:xfrm>
          <a:prstGeom prst="rect">
            <a:avLst/>
          </a:prstGeom>
          <a:solidFill>
            <a:srgbClr val="0694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For Patients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Accessibility: Speak symptoms in your language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Transparency: See AI extractions, correct mistakes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Continuity: Health records organized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Safety: Emergency triage when seconds matter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356616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8056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For Doctors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Pre-read Brief: AI copilot before consultation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 Efficiency: 1 min saved × 40+ patients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Structured Data: Abnormal values flagged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Automation: Cron reminders reduce no-shows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16459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138160" y="1645920"/>
            <a:ext cx="35661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3210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Responsible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  Advisory only — not a diagnosis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Human verification for extracted data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2104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Doctors remain final decision makers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2104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Medical disclaimers on every AI output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Working Prototype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code, not slides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3464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5 AI Capabilities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OCR, copilot, triage, summary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3 Languages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Marathi, English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2376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Deployment-Ready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chain, auth, rate limiting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41832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1.4B People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41832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real problem at scale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Validation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 Phases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" cy="731520"/>
          </a:xfrm>
          <a:prstGeom prst="rect">
            <a:avLst/>
          </a:prstGeom>
          <a:solidFill>
            <a:srgbClr val="0694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1097280" cy="228600"/>
          </a:xfrm>
          <a:prstGeom prst="rect">
            <a:avLst/>
          </a:prstGeom>
          <a:solidFill>
            <a:srgbClr val="0694A2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8800" y="20848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doctor onboarding · Razorpay payments · Video consultations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953512"/>
            <a:ext cx="1097280" cy="2286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0" y="2953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/ ABHA integration · Digital prescriptions · Unified health records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822192"/>
            <a:ext cx="109728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28800" y="38221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prediction · Longitudinal monitoring · AI visit summaries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4690872"/>
            <a:ext cx="1097280" cy="22860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28800" y="46908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008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apps · Tamil, Telugu, Bengali, Kannada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48640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" y="548640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" y="5559552"/>
            <a:ext cx="1097280" cy="2286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0" y="55595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integrations · Remote patient monitoring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5544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Ethics Roadmap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2011680"/>
            <a:ext cx="5577840" cy="338328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217920" y="2011680"/>
            <a:ext cx="55778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00800" y="2194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Clinical validation with practicing doctors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2697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Real-world pilot testing in healthcare facilities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2004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Accuracy benchmarking against ground truth data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3703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Explainability improvements for AI decisions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4206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Bias and safety evaluation across demographics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7091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Regulatory readiness assessment (DISHA, CDSCO)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5577840"/>
            <a:ext cx="557784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00800" y="56235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All validation items are future work. We know the path from prototype to product — and we've designed the architecture to support it.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256032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India, a doctor sees 40 patients a day.
Each consultation lasts 2 minutes.
</a:t>
            </a: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add more minutes.
</a:t>
            </a: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 can make every minute count.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0" y="4800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4800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54864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1824</Words>
  <Application>Microsoft Office PowerPoint</Application>
  <PresentationFormat>Widescreen</PresentationFormat>
  <Paragraphs>337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ArogyaAI — Hackathon Presentation</dc:title>
  <dc:subject>AI-Powered Healthcare Platform</dc:subject>
  <dc:creator>ArogyaAI Team</dc:creator>
  <cp:lastModifiedBy>Dhruv Nayak</cp:lastModifiedBy>
  <cp:revision>5</cp:revision>
  <dcterms:created xsi:type="dcterms:W3CDTF">2026-06-15T09:49:01Z</dcterms:created>
  <dcterms:modified xsi:type="dcterms:W3CDTF">2026-06-19T19:11:57Z</dcterms:modified>
</cp:coreProperties>
</file>